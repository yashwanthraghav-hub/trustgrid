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73952"/>
            <a:ext cx="1101852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5471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0F76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TRUSTGRID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006840" y="65379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crisis noise to coordinated action.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trustgrid-gamma.vercel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THE COORDINATION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repeated message can become two demands.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Scarce supply moves quickly. Evidence, demand, stock, and custody need different states.</a:t>
            </a:r>
            <a:endParaRPr lang="en-US" sz="1250" dirty="0"/>
          </a:p>
        </p:txBody>
      </p:sp>
      <p:pic>
        <p:nvPicPr>
          <p:cNvPr id="5" name="Image 0" descr="C:\Users\yashw\Downloads\TrustGrid1\public\brand\word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0" y="402336"/>
            <a:ext cx="164592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828800"/>
            <a:ext cx="4343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85232" y="1828800"/>
            <a:ext cx="6217920" cy="4206240"/>
          </a:xfrm>
          <a:prstGeom prst="roundRect">
            <a:avLst>
              <a:gd name="adj" fmla="val 2609"/>
            </a:avLst>
          </a:prstGeom>
          <a:solidFill>
            <a:srgbClr val="071A2B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41832" y="2139696"/>
            <a:ext cx="1371600" cy="256032"/>
          </a:xfrm>
          <a:prstGeom prst="rect">
            <a:avLst/>
          </a:prstGeom>
          <a:solidFill>
            <a:srgbClr val="FFF4DD"/>
          </a:solidFill>
          <a:ln>
            <a:solidFill>
              <a:srgbClr val="FFF4D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4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FICTIONAL EXAMPLE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41832" y="2615184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messages.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actual need.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941832" y="367588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“North hall needs 50 water packs.”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" y="433425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“Same hall still needs fifty packs.”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1832" y="51023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each becomes demand, 60 available packs appear insufficient by 40 more units than reality.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0" y="2221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breaks without coordination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669280" y="28803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36208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Repeated reports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0" y="28529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gets mistaken for demand.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0" y="3319272"/>
            <a:ext cx="5029200" cy="0"/>
          </a:xfrm>
          <a:prstGeom prst="line">
            <a:avLst/>
          </a:prstGeom>
          <a:noFill/>
          <a:ln w="12700">
            <a:solidFill>
              <a:srgbClr val="27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35753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36208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Stale supply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29600" y="35478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get mistaken for confirmed stock.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0" y="4014216"/>
            <a:ext cx="5029200" cy="0"/>
          </a:xfrm>
          <a:prstGeom prst="line">
            <a:avLst/>
          </a:prstGeom>
          <a:noFill/>
          <a:ln w="12700">
            <a:solidFill>
              <a:srgbClr val="27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427024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236208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Unclear fairness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229600" y="42428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 has no inspectable policy.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0" y="4709160"/>
            <a:ext cx="5029200" cy="0"/>
          </a:xfrm>
          <a:prstGeom prst="line">
            <a:avLst/>
          </a:prstGeom>
          <a:noFill/>
          <a:ln w="12700">
            <a:solidFill>
              <a:srgbClr val="27415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0" y="49651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36208" y="4937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custody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229600" y="49377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“Delivered” lacks source and recipient confirmation.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THE TRUSTGRID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judgment at every consequential step.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organizes a draft. Coordinators confirm demand and policy. Participants confirm custody.</a:t>
            </a:r>
            <a:endParaRPr lang="en-US" sz="1250" dirty="0"/>
          </a:p>
        </p:txBody>
      </p:sp>
      <p:pic>
        <p:nvPicPr>
          <p:cNvPr id="5" name="Image 0" descr="C:\Users\yashw\Downloads\TrustGrid1\public\brand\word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0" y="402336"/>
            <a:ext cx="164592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993392"/>
            <a:ext cx="239572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249424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258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Report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317296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words + corrected structured draft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172968" y="2724912"/>
            <a:ext cx="246888" cy="438912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02152" y="1993392"/>
            <a:ext cx="239572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30752" y="2249424"/>
            <a:ext cx="384048" cy="384048"/>
          </a:xfrm>
          <a:prstGeom prst="ellipse">
            <a:avLst/>
          </a:prstGeom>
          <a:solidFill>
            <a:srgbClr val="137F83"/>
          </a:solidFill>
          <a:ln w="12700">
            <a:solidFill>
              <a:srgbClr val="137F8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30752" y="2258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730752" y="27432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730752" y="317296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duplicate/conflicting evidence to one need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5989320" y="2724912"/>
            <a:ext cx="246888" cy="438912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18504" y="1993392"/>
            <a:ext cx="239572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47104" y="2249424"/>
            <a:ext cx="384048" cy="384048"/>
          </a:xfrm>
          <a:prstGeom prst="ellipse">
            <a:avLst/>
          </a:prstGeom>
          <a:solidFill>
            <a:srgbClr val="116F78"/>
          </a:solidFill>
          <a:ln w="12700">
            <a:solidFill>
              <a:srgbClr val="116F7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47104" y="2258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47104" y="27432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Allocate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47104" y="317296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named policies against current stock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8805672" y="2724912"/>
            <a:ext cx="246888" cy="438912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34856" y="1993392"/>
            <a:ext cx="2395728" cy="2011680"/>
          </a:xfrm>
          <a:prstGeom prst="roundRect">
            <a:avLst>
              <a:gd name="adj" fmla="val 5455"/>
            </a:avLst>
          </a:prstGeom>
          <a:solidFill>
            <a:srgbClr val="071A2B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363456" y="2249424"/>
            <a:ext cx="384048" cy="384048"/>
          </a:xfrm>
          <a:prstGeom prst="ellipse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63456" y="225856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363456" y="27432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Handoff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9363456" y="3172968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→ volunteer → recipient events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685800" y="4370832"/>
            <a:ext cx="10991088" cy="1417320"/>
          </a:xfrm>
          <a:prstGeom prst="roundRect">
            <a:avLst>
              <a:gd name="adj" fmla="val 7742"/>
            </a:avLst>
          </a:prstGeom>
          <a:solidFill>
            <a:srgbClr val="E8F5F3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60120" y="4645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safety boundary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880360" y="459943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TrustGrid does not verify truth, dispatch emergency services, diagnose needs, or guarantee assistance. Unknown location and relative time stay unknown until a person confirms them.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960120" y="5266944"/>
            <a:ext cx="1572768" cy="256032"/>
          </a:xfrm>
          <a:prstGeom prst="rect">
            <a:avLst/>
          </a:prstGeom>
          <a:solidFill>
            <a:srgbClr val="DDF4F2"/>
          </a:solidFill>
          <a:ln>
            <a:solidFill>
              <a:srgbClr val="DDF4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AI-EXTRACTED DRAFT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743200" y="5266944"/>
            <a:ext cx="1408176" cy="256032"/>
          </a:xfrm>
          <a:prstGeom prst="rect">
            <a:avLst/>
          </a:prstGeom>
          <a:solidFill>
            <a:srgbClr val="FFF4DD"/>
          </a:solidFill>
          <a:ln>
            <a:solidFill>
              <a:srgbClr val="FFF4D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4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AWAITING REVIEW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370832" y="5266944"/>
            <a:ext cx="1920240" cy="25603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63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PARTICIPANT-CONFIRMED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WORKING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Change the inputs. Inspect the tradeoff.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deployed demo runs the same deterministic allocation module used by the operational workspace.</a:t>
            </a:r>
            <a:endParaRPr lang="en-US" sz="1250" dirty="0"/>
          </a:p>
        </p:txBody>
      </p:sp>
      <p:pic>
        <p:nvPicPr>
          <p:cNvPr id="5" name="Image 0" descr="C:\Users\yashw\Downloads\TrustGrid1\public\brand\word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0" y="402336"/>
            <a:ext cx="164592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792224"/>
            <a:ext cx="731520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pic>
        <p:nvPicPr>
          <p:cNvPr id="7" name="Image 1" descr="C:\Users\yashw\Downloads\TrustGrid1\docs\screenshots\demo-144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56816"/>
            <a:ext cx="6986016" cy="39867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5632704"/>
            <a:ext cx="1965960" cy="256032"/>
          </a:xfrm>
          <a:prstGeom prst="rect">
            <a:avLst/>
          </a:prstGeom>
          <a:solidFill>
            <a:srgbClr val="FFF4DD"/>
          </a:solidFill>
          <a:ln>
            <a:solidFill>
              <a:srgbClr val="FFF4D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4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DEPLOYMENT SCREENSHOT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8275320" y="1792224"/>
            <a:ext cx="3227832" cy="4315968"/>
          </a:xfrm>
          <a:prstGeom prst="roundRect">
            <a:avLst>
              <a:gd name="adj" fmla="val 3399"/>
            </a:avLst>
          </a:prstGeom>
          <a:solidFill>
            <a:srgbClr val="071A2B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577072" y="213969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 packs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8595360" y="2633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fixed supply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595360" y="31272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Equal / proportional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287000" y="30906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/ 30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595360" y="3840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Urgency first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287000" y="380390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 / 10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595360" y="4553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targets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287000" y="45171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40 / 20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595360" y="5303520"/>
            <a:ext cx="2487168" cy="0"/>
          </a:xfrm>
          <a:prstGeom prst="line">
            <a:avLst/>
          </a:prstGeom>
          <a:noFill/>
          <a:ln w="12700">
            <a:solidFill>
              <a:srgbClr val="2741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95360" y="5504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live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9372600" y="54406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report example preserves unknown address and ambiguous “tomorrow morning.”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TECHNOLOGY THAT PROVES THE CLAIM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layer answers a different trust question.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Next.js application; PostgreSQL owns authorization and accounting invariants.</a:t>
            </a:r>
            <a:endParaRPr lang="en-US" sz="1250" dirty="0"/>
          </a:p>
        </p:txBody>
      </p:sp>
      <p:pic>
        <p:nvPicPr>
          <p:cNvPr id="5" name="Image 0" descr="C:\Users\yashw\Downloads\TrustGrid1\public\brand\word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0" y="402336"/>
            <a:ext cx="164592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47088"/>
            <a:ext cx="5276088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1847088"/>
            <a:ext cx="109728" cy="1856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extraction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29000" y="2103120"/>
            <a:ext cx="2075688" cy="256032"/>
          </a:xfrm>
          <a:prstGeom prst="rect">
            <a:avLst/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+ source snippets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51560" y="267004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what the draft came from — not that it is true.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6199632" y="1847088"/>
            <a:ext cx="5276088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9632" y="1847088"/>
            <a:ext cx="109728" cy="1856232"/>
          </a:xfrm>
          <a:prstGeom prst="rect">
            <a:avLst/>
          </a:prstGeom>
          <a:solidFill>
            <a:srgbClr val="116F78"/>
          </a:solidFill>
          <a:ln w="12700">
            <a:solidFill>
              <a:srgbClr val="116F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65392" y="2103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RLS + org keys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942832" y="2103120"/>
            <a:ext cx="2075688" cy="256032"/>
          </a:xfrm>
          <a:prstGeom prst="rect">
            <a:avLst/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reads and references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565392" y="267004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one organization cannot rely on a client-supplied scope.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685800" y="4041648"/>
            <a:ext cx="5276088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5800" y="4041648"/>
            <a:ext cx="109728" cy="1856232"/>
          </a:xfrm>
          <a:prstGeom prst="rect">
            <a:avLst/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Row locks + ledger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429000" y="4297680"/>
            <a:ext cx="2075688" cy="256032"/>
          </a:xfrm>
          <a:prstGeom prst="rect">
            <a:avLst/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Atomic reservation and custody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51560" y="486460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the same physical units cannot be committed twice.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6199632" y="4041648"/>
            <a:ext cx="5276088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99632" y="4041648"/>
            <a:ext cx="109728" cy="1856232"/>
          </a:xfrm>
          <a:prstGeom prst="rect">
            <a:avLst/>
          </a:prstGeom>
          <a:solidFill>
            <a:srgbClr val="334E68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392" y="4297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Realtime + receipts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42832" y="4297680"/>
            <a:ext cx="2075688" cy="256032"/>
          </a:xfrm>
          <a:prstGeom prst="rect">
            <a:avLst/>
          </a:prstGeom>
          <a:solidFill>
            <a:srgbClr val="E8F5F3"/>
          </a:solidFill>
          <a:ln>
            <a:solidFill>
              <a:srgbClr val="E8F5F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refetch and actors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65392" y="486460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Proves who recorded each state and when.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713232" y="606247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16  ·  Supabase Auth / PostgreSQL / Storage / Realtime  ·  Google GenAI  ·  Vitest / PGlite / Playwright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DEMONSTRATED TODAY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Auditable coordination, with honest limits.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public product is live; account-owner OAuth setup unlocks the authenticated judging flow.</a:t>
            </a:r>
            <a:endParaRPr lang="en-US" sz="1250" dirty="0"/>
          </a:p>
        </p:txBody>
      </p:sp>
      <p:pic>
        <p:nvPicPr>
          <p:cNvPr id="5" name="Image 0" descr="C:\Users\yashw\Downloads\TrustGrid1\public\brand\word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0" y="402336"/>
            <a:ext cx="164592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18105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3816" y="2523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tests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697480" y="1828800"/>
            <a:ext cx="18105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25496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825496" y="2523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 tests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09160" y="1828800"/>
            <a:ext cx="18105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37176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 / 9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837176" y="2523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browser checks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720840" y="1828800"/>
            <a:ext cx="1810512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48856" y="2057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848856" y="2523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SQL migrations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5800" y="3310128"/>
            <a:ext cx="7882128" cy="2450592"/>
          </a:xfrm>
          <a:prstGeom prst="roundRect">
            <a:avLst>
              <a:gd name="adj" fmla="val 4478"/>
            </a:avLst>
          </a:prstGeom>
          <a:solidFill>
            <a:srgbClr val="071A2B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87552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works now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987552" y="413308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298448" y="410565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draft + structured fallback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987552" y="457200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98448" y="45445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Explainable duplicate review and allocation policies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987552" y="501091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298448" y="49834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D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inventory, volunteer, custody, and audit model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987552" y="54681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627632" y="5413248"/>
            <a:ext cx="50109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C7D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Self-reported data, connectivity, participant collusion, and review capacity remain real constraints.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8823960" y="1828800"/>
            <a:ext cx="2670048" cy="393192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sx="100000" sy="100000" kx="0" ky="0" algn="bl" rotWithShape="0" blurRad="12700" dist="50800" dir="2700000">
              <a:srgbClr val="B8C6D2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052560" y="21214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12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THE LIVE DEMO</a:t>
            </a:r>
            <a:endParaRPr lang="en-US" sz="82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4" y="2450592"/>
            <a:ext cx="1481328" cy="1481328"/>
          </a:xfrm>
          <a:prstGeom prst="rect">
            <a:avLst/>
          </a:prstGeom>
        </p:spPr>
      </p:pic>
      <p:sp>
        <p:nvSpPr>
          <p:cNvPr id="31" name="Text 27">
            <a:hlinkClick r:id="rId4" tooltip=""/>
          </p:cNvPr>
          <p:cNvSpPr/>
          <p:nvPr/>
        </p:nvSpPr>
        <p:spPr>
          <a:xfrm>
            <a:off x="9098280" y="40416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071A2B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trustgrid-gamma.vercel.app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9098280" y="4517136"/>
            <a:ext cx="2121408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098280" y="470916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Repository: local Git ready; GitHub authorization pending.</a:t>
            </a:r>
            <a:endParaRPr lang="en-US" sz="830" dirty="0"/>
          </a:p>
        </p:txBody>
      </p:sp>
      <p:sp>
        <p:nvSpPr>
          <p:cNvPr id="34" name="Text 30"/>
          <p:cNvSpPr/>
          <p:nvPr/>
        </p:nvSpPr>
        <p:spPr>
          <a:xfrm>
            <a:off x="9098280" y="5285232"/>
            <a:ext cx="2121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54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· OWNER TO FILL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TrustGrid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TrustGrid — From crisis noise to coordinated action</dc:title>
  <dc:subject>Hackathon pitch — community crisis reporting, allocation, and delivery coordination</dc:subject>
  <dc:creator>TrustGrid</dc:creator>
  <cp:lastModifiedBy>TrustGrid</cp:lastModifiedBy>
  <cp:revision>1</cp:revision>
  <dcterms:created xsi:type="dcterms:W3CDTF">2026-09-20T10:57:09Z</dcterms:created>
  <dcterms:modified xsi:type="dcterms:W3CDTF">2026-09-20T10:57:09Z</dcterms:modified>
</cp:coreProperties>
</file>